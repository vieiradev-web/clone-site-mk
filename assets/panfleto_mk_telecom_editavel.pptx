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nfleto mk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756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20000" y="3240000"/>
            <a:ext cx="18000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250 MEGA</a:t>
            </a:r>
          </a:p>
          <a:p>
            <a:r>
              <a:t>R$ 69,90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60000" y="3240000"/>
            <a:ext cx="18000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500 MEGA</a:t>
            </a:r>
          </a:p>
          <a:p>
            <a:r>
              <a:t>R$ 89,90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0" y="3240000"/>
            <a:ext cx="18000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800 MEGA</a:t>
            </a:r>
          </a:p>
          <a:p>
            <a:r>
              <a:t>R$ 99,90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20000" y="8280000"/>
            <a:ext cx="18000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ASSINE JÁ!</a:t>
            </a:r>
          </a:p>
          <a:p>
            <a:r>
              <a:t>81 98877-6032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